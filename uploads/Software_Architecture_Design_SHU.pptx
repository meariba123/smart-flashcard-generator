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2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1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Architecture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Year – Sheffield Hallam University</a:t>
            </a:r>
          </a:p>
          <a:p>
            <a:r>
              <a:t>Module Overview + Learning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Software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Architecture vs Design vs Implementation</a:t>
            </a:r>
          </a:p>
          <a:p>
            <a:r>
              <a:rPr dirty="0"/>
              <a:t>Architecture as the blueprint of the system</a:t>
            </a:r>
          </a:p>
          <a:p>
            <a:r>
              <a:rPr dirty="0"/>
              <a:t>Role of the software architect: decision-maker, communicator, evaluator</a:t>
            </a:r>
          </a:p>
          <a:p>
            <a:r>
              <a:rPr dirty="0"/>
              <a:t>Why architecture matters: maintainability, cost, scalability,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Architecturally Significant Requirements (ASRs)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vs Non-functional requirements</a:t>
            </a:r>
          </a:p>
          <a:p>
            <a:r>
              <a:t>Examples of Non-functional: performance, reliability, scalability, security</a:t>
            </a:r>
          </a:p>
          <a:p>
            <a:r>
              <a:t>Trade-offs: e.g., performance vs security</a:t>
            </a:r>
          </a:p>
          <a:p>
            <a:r>
              <a:t>ASRs drive architectural choices more than functionality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of Good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SOLID principles (quick overview of each)</a:t>
            </a:r>
          </a:p>
          <a:p>
            <a:r>
              <a:t>Separation of Concerns, Cohesion, Coupling</a:t>
            </a:r>
          </a:p>
          <a:p>
            <a:r>
              <a:t>Modularity = flexibility + maintainability</a:t>
            </a:r>
          </a:p>
          <a:p>
            <a:r>
              <a:t>Good architecture is about managing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Monolithic vs Layered vs Client-Server</a:t>
            </a:r>
          </a:p>
          <a:p>
            <a:r>
              <a:t>Event-driven, Pipes &amp; Filters, Microservices, SOA</a:t>
            </a:r>
          </a:p>
          <a:p>
            <a:r>
              <a:t>Strengths &amp; weaknesses of each</a:t>
            </a:r>
          </a:p>
          <a:p>
            <a:r>
              <a:t>Example diagrams for styles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GoF Patterns: Creational, Structural, Behavioral</a:t>
            </a:r>
          </a:p>
          <a:p>
            <a:r>
              <a:t>Examples: Factory, Singleton, Observer, Adapter</a:t>
            </a:r>
          </a:p>
          <a:p>
            <a:r>
              <a:t>Anti-patterns: Big Ball of Mud, God Object, Lava Flow</a:t>
            </a:r>
          </a:p>
          <a:p>
            <a:r>
              <a:t>Patterns = proven solutions; Anti-patterns = common mistakes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UML Diagrams: Component, Sequence, Deployment</a:t>
            </a:r>
          </a:p>
          <a:p>
            <a:r>
              <a:t>C4 Model: Context, Containers, Components, Code</a:t>
            </a:r>
          </a:p>
          <a:p>
            <a:r>
              <a:t>Architecture Decision Records (ADR): rationale for decisions</a:t>
            </a:r>
          </a:p>
          <a:p>
            <a:r>
              <a:t>Clear documentation = easier team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ATAM (Architecture Trade-off Analysis Method)</a:t>
            </a:r>
          </a:p>
          <a:p>
            <a:r>
              <a:t>Risk management: technical debt, future-proofing</a:t>
            </a:r>
          </a:p>
          <a:p>
            <a:r>
              <a:t>Scenario-based evaluation (e.g., 1M users login at once)</a:t>
            </a:r>
          </a:p>
          <a:p>
            <a:r>
              <a:t>Always balance competing quality attributes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Security by Design → threat modelling, encryption</a:t>
            </a:r>
          </a:p>
          <a:p>
            <a:r>
              <a:rPr dirty="0"/>
              <a:t>Performance → caching, load balancing</a:t>
            </a:r>
          </a:p>
          <a:p>
            <a:r>
              <a:rPr dirty="0"/>
              <a:t>Availability → redundancy, failover, fault tolerance</a:t>
            </a:r>
          </a:p>
          <a:p>
            <a:r>
              <a:rPr dirty="0"/>
              <a:t>Scalability → vertical vs horizontal 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&amp; Cloud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Monolith vs Microservices vs Serverless</a:t>
            </a:r>
          </a:p>
          <a:p>
            <a:r>
              <a:t>APIs: REST, GraphQL</a:t>
            </a:r>
          </a:p>
          <a:p>
            <a:r>
              <a:t>Messaging systems: Kafka, RabbitMQ</a:t>
            </a:r>
          </a:p>
          <a:p>
            <a:r>
              <a:t>Deployment: Containers (Docker), Orchestration (Kubernetes), CI/CD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erosion → design drifting away from original intent</a:t>
            </a:r>
          </a:p>
          <a:p>
            <a:r>
              <a:t>Refactoring architectures safely</a:t>
            </a:r>
          </a:p>
          <a:p>
            <a:r>
              <a:t>Legacy system challenges</a:t>
            </a:r>
          </a:p>
          <a:p>
            <a:r>
              <a:t>CI/CD pipelines for continuous improvement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Reverse Engineering &amp; Architecture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vs Dynamic analysis of code</a:t>
            </a:r>
          </a:p>
          <a:p>
            <a:r>
              <a:t>Tools to visualize architecture (dependency graphs)</a:t>
            </a:r>
          </a:p>
          <a:p>
            <a:r>
              <a:t>Re-documenting undocumented systems</a:t>
            </a:r>
          </a:p>
          <a:p>
            <a:r>
              <a:t>Useful for migrating to modern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Reactive architectures (responsive, resilient, elastic, message-driven)</a:t>
            </a:r>
          </a:p>
          <a:p>
            <a:r>
              <a:t>Event sourcing &amp; CQRS</a:t>
            </a:r>
          </a:p>
          <a:p>
            <a:r>
              <a:t>Cloud-native design patterns</a:t>
            </a:r>
          </a:p>
          <a:p>
            <a:r>
              <a:t>Ethics, cost &amp; sustainability of architecture choices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1: Netflix → microservices scalability success</a:t>
            </a:r>
          </a:p>
          <a:p>
            <a:r>
              <a:t>Example 2: Knight Capital → failure from lack of proper architecture governance</a:t>
            </a:r>
          </a:p>
          <a:p>
            <a:r>
              <a:t>Lessons: importance of trade-offs, testing,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= managing complexity &amp; quality attributes</a:t>
            </a:r>
          </a:p>
          <a:p>
            <a:r>
              <a:t>Patterns and styles guide solutions, but trade-offs matter most</a:t>
            </a:r>
          </a:p>
          <a:p>
            <a:r>
              <a:t>Documenting, evaluating, and evolving architecture = long-term success</a:t>
            </a:r>
          </a:p>
          <a:p>
            <a:r>
              <a:t>Continuous learning: modern systems evolve constantly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467</Words>
  <Application>Microsoft Office PowerPoint</Application>
  <PresentationFormat>On-screen Show (4:3)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Software Architecture &amp; Design</vt:lpstr>
      <vt:lpstr>What is Software Architecture?</vt:lpstr>
      <vt:lpstr>Architecturally Significant Requirements (ASRs)</vt:lpstr>
      <vt:lpstr>Principles of Good Design</vt:lpstr>
      <vt:lpstr>Architectural Styles</vt:lpstr>
      <vt:lpstr>Design Patterns</vt:lpstr>
      <vt:lpstr>Documenting Architecture</vt:lpstr>
      <vt:lpstr>Evaluation &amp; Trade-offs</vt:lpstr>
      <vt:lpstr>Quality Attributes</vt:lpstr>
      <vt:lpstr>Distributed &amp; Cloud Architectures</vt:lpstr>
      <vt:lpstr>Evolution &amp; Maintenance</vt:lpstr>
      <vt:lpstr>Reverse Engineering &amp; Architecture Recovery</vt:lpstr>
      <vt:lpstr>Emerging Trends</vt:lpstr>
      <vt:lpstr>Case Studies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Naveed, Ariba (Student)</cp:lastModifiedBy>
  <cp:revision>2</cp:revision>
  <dcterms:created xsi:type="dcterms:W3CDTF">2013-01-27T09:14:16Z</dcterms:created>
  <dcterms:modified xsi:type="dcterms:W3CDTF">2025-09-14T22:35:15Z</dcterms:modified>
  <cp:category/>
</cp:coreProperties>
</file>